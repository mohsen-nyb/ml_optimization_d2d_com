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7CE0-569F-B85B-4513-19850C112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58770-6BCA-BB5B-3C6E-602207020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E11CA-94C9-5775-3721-84A2CDC49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95482-CE08-C548-C3AD-58B4C8BA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BF6C2-D435-2627-4D89-19651DCE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8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06AE-29BC-AAB5-878A-037882FE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BE2A2-2854-7201-5256-FADB5795A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95EB1-2A0A-32D8-C200-C0C06DF59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67C48-83F5-67ED-4B82-2E5EC7FB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7C5C-BE58-FC76-C901-22169889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1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1896-15D4-C3FD-A98A-1EC75489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30440-AD1D-2969-976D-042547DC7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AD904-92EB-9265-6B7D-E45DBC4F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9C56A-34B6-87DC-CB5C-3C2C59E1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651B-E80F-8DDE-F0F3-71DB40AD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1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5160D-3973-8D97-C216-D92572EB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BA5B-D745-1751-0FA9-35FBDAD86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1B04F-B451-672C-D986-06856B490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DE764-C6F2-7E27-7955-FB6BD9FE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E3360-8875-7B3D-8055-9925DE31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24145-6759-DC00-71FF-2D109C3E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3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1D28-A3E1-9B14-8BB4-C52344A0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FF2C3-175C-773C-4EE0-095F8A1A8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0C109-3BDE-764E-4366-41A53AA4B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2EACB-3713-FE5B-2F12-B6ECA592B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C56DC-41D3-3343-540B-647934438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0C476-C802-CE52-E1DB-003B329F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931261-2A2F-9E16-9AFD-FD25D6B4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BF108-6903-0E4D-F96E-CD248593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6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E6E4-EE8F-29B4-334B-76A56E70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E22DE-9497-2D36-F45E-704627B9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545AF-0478-DB65-1574-B9163D48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B25B7-7398-008D-7BF2-8D284A88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E46BA1-DF7A-7843-487C-9DD83BF7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AD8-D7D8-74EE-77C3-128DE69F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B2A0D-5162-E2E7-160F-D6F4A0B7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4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D02C-6714-4D91-A976-F8BBABF8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7DF0-AE15-3F61-4142-B4E6A954B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4497-4FB4-D93E-0E20-D3CA65D0A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0569B-6061-8240-5259-1EA1BB3B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FA16B-D286-AE49-6330-F7FC9E93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8F213-C079-BD8F-ECD4-88E39655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8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8BD3-1153-F74F-C41E-E7A58AC68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67BFF-F67F-2E67-5DD1-50CD0DEB5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E7674-690C-45CA-CFF2-5C58ADBD4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CCC6-7831-2C83-6984-788AF3CF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FAAE0-428C-F850-3F79-68AC7B1C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DC5C8-22E2-7614-8E7C-2E5206A2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6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AC9B-4C5D-482F-55A8-AA3B7953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6BF19-5D64-CAFA-6D00-FE9939B91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14D4F-CC68-3FE0-C01C-ECF58D12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D6AF-BAAB-B678-ABB4-D56BE6D4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4A9A-4F8C-4FB2-EC81-43CAB4B5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4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0BD07-37B7-1081-C36A-DFDA8EAB8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8181C-D267-D692-D9BC-31848BDAD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782FB-A9D0-5FB5-8D80-8340B54D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7E83-E6EB-5859-A868-54302AC2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056CD-5B04-28E1-5B07-9D9FDC56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20B4F-AE23-C635-0EA2-B1EFACD4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6A1ED-D74A-BF01-D86F-128DC9D69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224A2-734C-1DD9-2344-3DD3816DB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46915-3247-4E6C-876E-03ED9248F78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BE11F-4EE3-8BB6-7AD4-914340982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1E3E2-C67D-9DDB-B0AE-E437F2A00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3790E-41F6-44A6-BFFB-2E45ABB16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0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F8FC-79D3-8A1E-99F1-9BE31320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48B15-7946-BBD0-E6F5-19D5DFD45A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Goal: Estimating the optimization response in real-time for fast real-time consensus-based D2D communication</a:t>
                </a:r>
              </a:p>
              <a:p>
                <a:r>
                  <a:rPr lang="en-US" sz="2400" dirty="0"/>
                  <a:t>Gathering a realistic dataset</a:t>
                </a:r>
              </a:p>
              <a:p>
                <a:pPr lvl="1"/>
                <a:r>
                  <a:rPr lang="en-US" sz="2000" dirty="0"/>
                  <a:t>Realistic environment simulating dynamic nodes’ movements through x, y, z </a:t>
                </a:r>
                <a:r>
                  <a:rPr lang="en-US" sz="2000" dirty="0" err="1"/>
                  <a:t>cordinates</a:t>
                </a:r>
                <a:endParaRPr lang="en-US" sz="2000" dirty="0"/>
              </a:p>
              <a:p>
                <a:pPr lvl="1"/>
                <a:r>
                  <a:rPr lang="en-US" sz="2000" dirty="0"/>
                  <a:t>Number of nodes can be different</a:t>
                </a:r>
              </a:p>
              <a:p>
                <a:pPr lvl="1"/>
                <a:r>
                  <a:rPr lang="en-US" sz="2000" dirty="0"/>
                  <a:t>Sequential dataset =&gt; evolving </a:t>
                </a:r>
                <a:r>
                  <a:rPr lang="en-US" sz="2000" dirty="0" err="1"/>
                  <a:t>spatio</a:t>
                </a:r>
                <a:r>
                  <a:rPr lang="en-US" sz="2000" dirty="0"/>
                  <a:t>-temporal data</a:t>
                </a:r>
              </a:p>
              <a:p>
                <a:pPr lvl="1"/>
                <a:r>
                  <a:rPr lang="en-US" sz="2000" dirty="0"/>
                  <a:t>Input: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) + other features (e.g. max trans policy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lvl="1"/>
                <a:r>
                  <a:rPr lang="en-US" sz="2000" dirty="0"/>
                  <a:t>Output: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lvl="1"/>
                <a:r>
                  <a:rPr lang="en-US" sz="2000" dirty="0"/>
                  <a:t>Constraints: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en-US" sz="2000" dirty="0"/>
                  <a:t>,1, …,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48B15-7946-BBD0-E6F5-19D5DFD45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62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2AB9-572A-9CCF-C488-5F1D5CBF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Approaches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36810-EBBB-9AB9-C196-E32BAA5CB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Single row tabular modeling </a:t>
                </a:r>
              </a:p>
              <a:p>
                <a:pPr lvl="2"/>
                <a:r>
                  <a:rPr lang="en-US" dirty="0"/>
                  <a:t>Input: All nodes’ features (</a:t>
                </a:r>
                <a:r>
                  <a:rPr lang="en-US" dirty="0" err="1"/>
                  <a:t>xyz</a:t>
                </a:r>
                <a:r>
                  <a:rPr lang="en-US" dirty="0"/>
                  <a:t> coordinates,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en-US" dirty="0"/>
                  <a:t>, …) at time t</a:t>
                </a:r>
              </a:p>
              <a:p>
                <a:pPr lvl="2"/>
                <a:r>
                  <a:rPr lang="en-US" dirty="0"/>
                  <a:t>Output: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Sequential tabular: include history (1,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) in predicting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Input: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All nodes’ features (</a:t>
                </a:r>
                <a:r>
                  <a:rPr lang="en-US" dirty="0" err="1"/>
                  <a:t>xyz</a:t>
                </a:r>
                <a:r>
                  <a:rPr lang="en-US" dirty="0"/>
                  <a:t> coordinates,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r>
                  <a:rPr lang="en-US" dirty="0"/>
                  <a:t>, …) at time t Output: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Cluster-wise multitask learning</a:t>
                </a:r>
              </a:p>
              <a:p>
                <a:pPr lvl="2"/>
                <a:r>
                  <a:rPr lang="en-US" dirty="0"/>
                  <a:t>Hard clustering </a:t>
                </a:r>
              </a:p>
              <a:p>
                <a:pPr lvl="2"/>
                <a:r>
                  <a:rPr lang="en-US" dirty="0"/>
                  <a:t>Soft clustering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36810-EBBB-9AB9-C196-E32BAA5CB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42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5256-0961-CF66-C270-3072B63D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4351-37AD-7D72-2092-DD98D702A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84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GNN modeling =&gt; formulating the problem as node classification</a:t>
            </a:r>
          </a:p>
          <a:p>
            <a:pPr lvl="1"/>
            <a:r>
              <a:rPr lang="en-US" dirty="0"/>
              <a:t>Standard modeling</a:t>
            </a:r>
          </a:p>
          <a:p>
            <a:pPr lvl="1"/>
            <a:r>
              <a:rPr lang="en-US" dirty="0"/>
              <a:t>Temporal modeling </a:t>
            </a:r>
          </a:p>
          <a:p>
            <a:pPr lvl="1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336B60-0F71-C411-C3EA-5AC2D2E0EB0D}"/>
              </a:ext>
            </a:extLst>
          </p:cNvPr>
          <p:cNvSpPr/>
          <p:nvPr/>
        </p:nvSpPr>
        <p:spPr>
          <a:xfrm>
            <a:off x="2838221" y="4367658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FD1C28-AFD0-5518-7FDC-77C35009408A}"/>
              </a:ext>
            </a:extLst>
          </p:cNvPr>
          <p:cNvSpPr/>
          <p:nvPr/>
        </p:nvSpPr>
        <p:spPr>
          <a:xfrm>
            <a:off x="2067649" y="3739964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83DC1B-BD0E-6F30-D611-AE57A2254022}"/>
              </a:ext>
            </a:extLst>
          </p:cNvPr>
          <p:cNvSpPr/>
          <p:nvPr/>
        </p:nvSpPr>
        <p:spPr>
          <a:xfrm>
            <a:off x="2067649" y="5173001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4AC44D-7042-2405-7E21-7F35ABE67275}"/>
              </a:ext>
            </a:extLst>
          </p:cNvPr>
          <p:cNvSpPr/>
          <p:nvPr/>
        </p:nvSpPr>
        <p:spPr>
          <a:xfrm>
            <a:off x="1290409" y="4093338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C3791F-3BA4-A07B-D0DB-4D4EB9279A34}"/>
              </a:ext>
            </a:extLst>
          </p:cNvPr>
          <p:cNvSpPr/>
          <p:nvPr/>
        </p:nvSpPr>
        <p:spPr>
          <a:xfrm>
            <a:off x="1292314" y="5035841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31A773-22F7-FF91-ED97-39AFA0C636D5}"/>
              </a:ext>
            </a:extLst>
          </p:cNvPr>
          <p:cNvCxnSpPr>
            <a:cxnSpLocks/>
          </p:cNvCxnSpPr>
          <p:nvPr/>
        </p:nvCxnSpPr>
        <p:spPr>
          <a:xfrm flipV="1">
            <a:off x="806539" y="5784627"/>
            <a:ext cx="2346482" cy="10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B9D859-F20A-4EAD-C8C3-C525533E3F1A}"/>
              </a:ext>
            </a:extLst>
          </p:cNvPr>
          <p:cNvSpPr txBox="1"/>
          <p:nvPr/>
        </p:nvSpPr>
        <p:spPr>
          <a:xfrm>
            <a:off x="3253317" y="5599961"/>
            <a:ext cx="87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A67C99-972D-D5A0-4652-7E52097F352C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427569" y="4367658"/>
            <a:ext cx="1905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4B271F-4FB8-54CA-F47C-487E74BD6478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1524556" y="4327485"/>
            <a:ext cx="583266" cy="885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063387-FC28-E03E-07A8-094364AC9460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 flipV="1">
            <a:off x="1564729" y="3877124"/>
            <a:ext cx="502920" cy="353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7AEFF4D-41EA-2608-CF96-4E0D3058A259}"/>
              </a:ext>
            </a:extLst>
          </p:cNvPr>
          <p:cNvCxnSpPr>
            <a:cxnSpLocks/>
            <a:stCxn id="7" idx="6"/>
            <a:endCxn id="4" idx="2"/>
          </p:cNvCxnSpPr>
          <p:nvPr/>
        </p:nvCxnSpPr>
        <p:spPr>
          <a:xfrm>
            <a:off x="1564729" y="4230498"/>
            <a:ext cx="1273492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CCF3AD7-492F-C042-D092-8920F2375ACC}"/>
              </a:ext>
            </a:extLst>
          </p:cNvPr>
          <p:cNvCxnSpPr>
            <a:cxnSpLocks/>
            <a:stCxn id="5" idx="5"/>
            <a:endCxn id="4" idx="1"/>
          </p:cNvCxnSpPr>
          <p:nvPr/>
        </p:nvCxnSpPr>
        <p:spPr>
          <a:xfrm>
            <a:off x="2301796" y="3974111"/>
            <a:ext cx="576598" cy="433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3EEC415-EE93-86E8-B579-7F63878BC670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2204809" y="4014284"/>
            <a:ext cx="0" cy="1158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90E388B-7E0C-36C7-0169-D615321441C0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1526461" y="3974111"/>
            <a:ext cx="581361" cy="1101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19E8BD-D624-4F46-E02D-CC62E2585BC8}"/>
              </a:ext>
            </a:extLst>
          </p:cNvPr>
          <p:cNvCxnSpPr>
            <a:cxnSpLocks/>
            <a:stCxn id="6" idx="2"/>
            <a:endCxn id="8" idx="6"/>
          </p:cNvCxnSpPr>
          <p:nvPr/>
        </p:nvCxnSpPr>
        <p:spPr>
          <a:xfrm flipH="1" flipV="1">
            <a:off x="1566634" y="5173001"/>
            <a:ext cx="501015" cy="13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CC8EFE6-4292-6BD0-B6B5-21C4F7AB2422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2301796" y="4601805"/>
            <a:ext cx="576598" cy="611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1828F52-E7EB-3284-C8C6-95AB31C01AAD}"/>
              </a:ext>
            </a:extLst>
          </p:cNvPr>
          <p:cNvCxnSpPr>
            <a:cxnSpLocks/>
            <a:stCxn id="4" idx="2"/>
            <a:endCxn id="8" idx="6"/>
          </p:cNvCxnSpPr>
          <p:nvPr/>
        </p:nvCxnSpPr>
        <p:spPr>
          <a:xfrm flipH="1">
            <a:off x="1566634" y="4504818"/>
            <a:ext cx="1271587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5FE8E027-6F5E-8AC1-F970-5FD2D4C32F97}"/>
              </a:ext>
            </a:extLst>
          </p:cNvPr>
          <p:cNvSpPr/>
          <p:nvPr/>
        </p:nvSpPr>
        <p:spPr>
          <a:xfrm>
            <a:off x="6409712" y="4271252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FCDFC20-DD04-E514-5301-6756E48BF997}"/>
              </a:ext>
            </a:extLst>
          </p:cNvPr>
          <p:cNvSpPr/>
          <p:nvPr/>
        </p:nvSpPr>
        <p:spPr>
          <a:xfrm>
            <a:off x="5639140" y="3643558"/>
            <a:ext cx="274320" cy="27432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26DEECB-8D67-DBEB-5E41-FAF689723874}"/>
              </a:ext>
            </a:extLst>
          </p:cNvPr>
          <p:cNvSpPr/>
          <p:nvPr/>
        </p:nvSpPr>
        <p:spPr>
          <a:xfrm>
            <a:off x="5639140" y="5076595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1C36D0C-DFE4-D119-3C6D-99499EA20220}"/>
              </a:ext>
            </a:extLst>
          </p:cNvPr>
          <p:cNvSpPr/>
          <p:nvPr/>
        </p:nvSpPr>
        <p:spPr>
          <a:xfrm>
            <a:off x="4861900" y="3996932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FB5C702-7D96-26E2-20D9-69C9B4D7EBB4}"/>
              </a:ext>
            </a:extLst>
          </p:cNvPr>
          <p:cNvSpPr/>
          <p:nvPr/>
        </p:nvSpPr>
        <p:spPr>
          <a:xfrm>
            <a:off x="4863805" y="4939435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E108C2E-880C-F721-59BB-F73B6A7261B3}"/>
              </a:ext>
            </a:extLst>
          </p:cNvPr>
          <p:cNvCxnSpPr>
            <a:cxnSpLocks/>
          </p:cNvCxnSpPr>
          <p:nvPr/>
        </p:nvCxnSpPr>
        <p:spPr>
          <a:xfrm>
            <a:off x="4378030" y="5699053"/>
            <a:ext cx="71819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B806304-D4FB-B95E-7485-89B381DEC507}"/>
                  </a:ext>
                </a:extLst>
              </p:cNvPr>
              <p:cNvSpPr txBox="1"/>
              <p:nvPr/>
            </p:nvSpPr>
            <p:spPr>
              <a:xfrm>
                <a:off x="5583418" y="5832053"/>
                <a:ext cx="3790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B806304-D4FB-B95E-7485-89B381DEC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418" y="5832053"/>
                <a:ext cx="379095" cy="461665"/>
              </a:xfrm>
              <a:prstGeom prst="rect">
                <a:avLst/>
              </a:prstGeom>
              <a:blipFill>
                <a:blip r:embed="rId2"/>
                <a:stretch>
                  <a:fillRect l="-1613" r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FD787BD-9767-DEB1-9DE5-81F11890D601}"/>
                  </a:ext>
                </a:extLst>
              </p:cNvPr>
              <p:cNvSpPr txBox="1"/>
              <p:nvPr/>
            </p:nvSpPr>
            <p:spPr>
              <a:xfrm>
                <a:off x="7858273" y="5714699"/>
                <a:ext cx="3790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FD787BD-9767-DEB1-9DE5-81F11890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273" y="5714699"/>
                <a:ext cx="379095" cy="461665"/>
              </a:xfrm>
              <a:prstGeom prst="rect">
                <a:avLst/>
              </a:prstGeom>
              <a:blipFill>
                <a:blip r:embed="rId3"/>
                <a:stretch>
                  <a:fillRect r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94CD2CA-2BCC-22AC-1B1E-D8AF1482F299}"/>
                  </a:ext>
                </a:extLst>
              </p:cNvPr>
              <p:cNvSpPr txBox="1"/>
              <p:nvPr/>
            </p:nvSpPr>
            <p:spPr>
              <a:xfrm>
                <a:off x="10119770" y="5688220"/>
                <a:ext cx="3790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94CD2CA-2BCC-22AC-1B1E-D8AF1482F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770" y="5688220"/>
                <a:ext cx="379095" cy="461665"/>
              </a:xfrm>
              <a:prstGeom prst="rect">
                <a:avLst/>
              </a:prstGeom>
              <a:blipFill>
                <a:blip r:embed="rId4"/>
                <a:stretch>
                  <a:fillRect r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3A38F42-6075-B4D7-C98A-35D1C2255F08}"/>
              </a:ext>
            </a:extLst>
          </p:cNvPr>
          <p:cNvCxnSpPr>
            <a:cxnSpLocks/>
            <a:stCxn id="57" idx="4"/>
            <a:endCxn id="58" idx="0"/>
          </p:cNvCxnSpPr>
          <p:nvPr/>
        </p:nvCxnSpPr>
        <p:spPr>
          <a:xfrm>
            <a:off x="4999060" y="4271252"/>
            <a:ext cx="1905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B333D5-AD4C-7E0D-EA11-245F897DE88B}"/>
              </a:ext>
            </a:extLst>
          </p:cNvPr>
          <p:cNvCxnSpPr>
            <a:cxnSpLocks/>
            <a:stCxn id="57" idx="5"/>
            <a:endCxn id="56" idx="1"/>
          </p:cNvCxnSpPr>
          <p:nvPr/>
        </p:nvCxnSpPr>
        <p:spPr>
          <a:xfrm>
            <a:off x="5096047" y="4231079"/>
            <a:ext cx="583266" cy="885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B88BCE8-B193-EDFC-35D9-3120267FBC4A}"/>
              </a:ext>
            </a:extLst>
          </p:cNvPr>
          <p:cNvCxnSpPr>
            <a:cxnSpLocks/>
            <a:stCxn id="57" idx="6"/>
            <a:endCxn id="55" idx="2"/>
          </p:cNvCxnSpPr>
          <p:nvPr/>
        </p:nvCxnSpPr>
        <p:spPr>
          <a:xfrm flipV="1">
            <a:off x="5136220" y="3780718"/>
            <a:ext cx="502920" cy="353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CA5AAA5-6241-A214-3480-24D571C8BCB5}"/>
              </a:ext>
            </a:extLst>
          </p:cNvPr>
          <p:cNvCxnSpPr>
            <a:cxnSpLocks/>
            <a:stCxn id="57" idx="6"/>
            <a:endCxn id="54" idx="2"/>
          </p:cNvCxnSpPr>
          <p:nvPr/>
        </p:nvCxnSpPr>
        <p:spPr>
          <a:xfrm>
            <a:off x="5136220" y="4134092"/>
            <a:ext cx="1273492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47971A1-5D6C-8927-21DD-2243CD7FED38}"/>
              </a:ext>
            </a:extLst>
          </p:cNvPr>
          <p:cNvCxnSpPr>
            <a:cxnSpLocks/>
            <a:stCxn id="55" idx="5"/>
            <a:endCxn id="54" idx="1"/>
          </p:cNvCxnSpPr>
          <p:nvPr/>
        </p:nvCxnSpPr>
        <p:spPr>
          <a:xfrm>
            <a:off x="5873287" y="3877705"/>
            <a:ext cx="576598" cy="433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49816C8-F94F-6222-3DF9-02E0ABD8077C}"/>
              </a:ext>
            </a:extLst>
          </p:cNvPr>
          <p:cNvCxnSpPr>
            <a:cxnSpLocks/>
            <a:stCxn id="55" idx="4"/>
            <a:endCxn id="56" idx="0"/>
          </p:cNvCxnSpPr>
          <p:nvPr/>
        </p:nvCxnSpPr>
        <p:spPr>
          <a:xfrm>
            <a:off x="5776300" y="3917878"/>
            <a:ext cx="0" cy="1158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BC05B53-9C49-AB6A-0CB3-20E86F74EC5C}"/>
              </a:ext>
            </a:extLst>
          </p:cNvPr>
          <p:cNvCxnSpPr>
            <a:cxnSpLocks/>
            <a:stCxn id="55" idx="3"/>
            <a:endCxn id="58" idx="7"/>
          </p:cNvCxnSpPr>
          <p:nvPr/>
        </p:nvCxnSpPr>
        <p:spPr>
          <a:xfrm flipH="1">
            <a:off x="5097952" y="3877705"/>
            <a:ext cx="581361" cy="1101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AC61019-CAFD-1D3D-9B40-8B419344B78C}"/>
              </a:ext>
            </a:extLst>
          </p:cNvPr>
          <p:cNvCxnSpPr>
            <a:cxnSpLocks/>
            <a:stCxn id="56" idx="2"/>
            <a:endCxn id="58" idx="6"/>
          </p:cNvCxnSpPr>
          <p:nvPr/>
        </p:nvCxnSpPr>
        <p:spPr>
          <a:xfrm flipH="1" flipV="1">
            <a:off x="5138125" y="5076595"/>
            <a:ext cx="501015" cy="13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7A6EAD0-A2BD-7F57-0735-BFCABC2C88BB}"/>
              </a:ext>
            </a:extLst>
          </p:cNvPr>
          <p:cNvCxnSpPr>
            <a:cxnSpLocks/>
            <a:stCxn id="54" idx="3"/>
            <a:endCxn id="56" idx="7"/>
          </p:cNvCxnSpPr>
          <p:nvPr/>
        </p:nvCxnSpPr>
        <p:spPr>
          <a:xfrm flipH="1">
            <a:off x="5873287" y="4505399"/>
            <a:ext cx="576598" cy="611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C93DF29-AC30-CB7A-65EA-C939FD58605A}"/>
              </a:ext>
            </a:extLst>
          </p:cNvPr>
          <p:cNvCxnSpPr>
            <a:cxnSpLocks/>
            <a:stCxn id="54" idx="2"/>
            <a:endCxn id="58" idx="6"/>
          </p:cNvCxnSpPr>
          <p:nvPr/>
        </p:nvCxnSpPr>
        <p:spPr>
          <a:xfrm flipH="1">
            <a:off x="5138125" y="4408412"/>
            <a:ext cx="1271587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B4D6DBE4-D63C-501A-AB62-DC568767520F}"/>
              </a:ext>
            </a:extLst>
          </p:cNvPr>
          <p:cNvSpPr/>
          <p:nvPr/>
        </p:nvSpPr>
        <p:spPr>
          <a:xfrm>
            <a:off x="8839927" y="4255558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CAE9EEF-8AE6-4210-3FE3-ACF259DBC3F3}"/>
              </a:ext>
            </a:extLst>
          </p:cNvPr>
          <p:cNvSpPr/>
          <p:nvPr/>
        </p:nvSpPr>
        <p:spPr>
          <a:xfrm>
            <a:off x="8069355" y="3627864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1346B0B-7141-C1F1-AD11-7C5E2D09682C}"/>
              </a:ext>
            </a:extLst>
          </p:cNvPr>
          <p:cNvSpPr/>
          <p:nvPr/>
        </p:nvSpPr>
        <p:spPr>
          <a:xfrm>
            <a:off x="8069355" y="5060901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62ABF47-30DC-3F4E-07CC-E5EE44346439}"/>
              </a:ext>
            </a:extLst>
          </p:cNvPr>
          <p:cNvSpPr/>
          <p:nvPr/>
        </p:nvSpPr>
        <p:spPr>
          <a:xfrm>
            <a:off x="7292115" y="3981238"/>
            <a:ext cx="274320" cy="27432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CD4D2C3-3022-B8F8-758A-A3D7837DDFC4}"/>
              </a:ext>
            </a:extLst>
          </p:cNvPr>
          <p:cNvSpPr/>
          <p:nvPr/>
        </p:nvSpPr>
        <p:spPr>
          <a:xfrm>
            <a:off x="7294020" y="4923741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4DA75EE-BF03-EB5A-9780-9B03931BA894}"/>
              </a:ext>
            </a:extLst>
          </p:cNvPr>
          <p:cNvCxnSpPr>
            <a:cxnSpLocks/>
            <a:stCxn id="76" idx="4"/>
            <a:endCxn id="77" idx="0"/>
          </p:cNvCxnSpPr>
          <p:nvPr/>
        </p:nvCxnSpPr>
        <p:spPr>
          <a:xfrm>
            <a:off x="7429275" y="4255558"/>
            <a:ext cx="1905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18CEA4B-37F3-6BBD-495D-C5E60F1CCFEC}"/>
              </a:ext>
            </a:extLst>
          </p:cNvPr>
          <p:cNvCxnSpPr>
            <a:cxnSpLocks/>
            <a:stCxn id="76" idx="5"/>
            <a:endCxn id="75" idx="1"/>
          </p:cNvCxnSpPr>
          <p:nvPr/>
        </p:nvCxnSpPr>
        <p:spPr>
          <a:xfrm>
            <a:off x="7526262" y="4215385"/>
            <a:ext cx="583266" cy="885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58A96A6-09DC-AE06-2E07-CE7CCEFAE425}"/>
              </a:ext>
            </a:extLst>
          </p:cNvPr>
          <p:cNvCxnSpPr>
            <a:cxnSpLocks/>
            <a:stCxn id="76" idx="6"/>
            <a:endCxn id="74" idx="2"/>
          </p:cNvCxnSpPr>
          <p:nvPr/>
        </p:nvCxnSpPr>
        <p:spPr>
          <a:xfrm flipV="1">
            <a:off x="7566435" y="3765024"/>
            <a:ext cx="502920" cy="353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843B61-82F3-3A3B-A458-83E109058070}"/>
              </a:ext>
            </a:extLst>
          </p:cNvPr>
          <p:cNvCxnSpPr>
            <a:cxnSpLocks/>
            <a:stCxn id="76" idx="6"/>
            <a:endCxn id="73" idx="2"/>
          </p:cNvCxnSpPr>
          <p:nvPr/>
        </p:nvCxnSpPr>
        <p:spPr>
          <a:xfrm>
            <a:off x="7566435" y="4118398"/>
            <a:ext cx="1273492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E280474-CBA5-9ED1-8070-F3A206EF752F}"/>
              </a:ext>
            </a:extLst>
          </p:cNvPr>
          <p:cNvCxnSpPr>
            <a:cxnSpLocks/>
            <a:stCxn id="74" idx="5"/>
            <a:endCxn id="73" idx="1"/>
          </p:cNvCxnSpPr>
          <p:nvPr/>
        </p:nvCxnSpPr>
        <p:spPr>
          <a:xfrm>
            <a:off x="8303502" y="3862011"/>
            <a:ext cx="576598" cy="433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4A567A7-6CD6-0738-82B4-C9AF74C3CEA3}"/>
              </a:ext>
            </a:extLst>
          </p:cNvPr>
          <p:cNvCxnSpPr>
            <a:cxnSpLocks/>
            <a:stCxn id="74" idx="4"/>
            <a:endCxn id="75" idx="0"/>
          </p:cNvCxnSpPr>
          <p:nvPr/>
        </p:nvCxnSpPr>
        <p:spPr>
          <a:xfrm>
            <a:off x="8206515" y="3902184"/>
            <a:ext cx="0" cy="1158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7ED8E2B-49CD-3D55-4FAB-90C5CE7BBCDC}"/>
              </a:ext>
            </a:extLst>
          </p:cNvPr>
          <p:cNvCxnSpPr>
            <a:cxnSpLocks/>
            <a:stCxn id="74" idx="3"/>
            <a:endCxn id="77" idx="7"/>
          </p:cNvCxnSpPr>
          <p:nvPr/>
        </p:nvCxnSpPr>
        <p:spPr>
          <a:xfrm flipH="1">
            <a:off x="7528167" y="3862011"/>
            <a:ext cx="581361" cy="1101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87EEEE3-D64D-2780-29D9-532012CA38B6}"/>
              </a:ext>
            </a:extLst>
          </p:cNvPr>
          <p:cNvCxnSpPr>
            <a:cxnSpLocks/>
            <a:stCxn id="75" idx="2"/>
            <a:endCxn id="77" idx="6"/>
          </p:cNvCxnSpPr>
          <p:nvPr/>
        </p:nvCxnSpPr>
        <p:spPr>
          <a:xfrm flipH="1" flipV="1">
            <a:off x="7568340" y="5060901"/>
            <a:ext cx="501015" cy="13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94D3994-003A-F592-683E-8735294A84F6}"/>
              </a:ext>
            </a:extLst>
          </p:cNvPr>
          <p:cNvCxnSpPr>
            <a:cxnSpLocks/>
            <a:stCxn id="73" idx="3"/>
            <a:endCxn id="75" idx="7"/>
          </p:cNvCxnSpPr>
          <p:nvPr/>
        </p:nvCxnSpPr>
        <p:spPr>
          <a:xfrm flipH="1">
            <a:off x="8303502" y="4489705"/>
            <a:ext cx="576598" cy="611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A4AD48E-CCB9-F93B-5DB9-274F4EE922BD}"/>
              </a:ext>
            </a:extLst>
          </p:cNvPr>
          <p:cNvCxnSpPr>
            <a:cxnSpLocks/>
            <a:stCxn id="73" idx="2"/>
            <a:endCxn id="77" idx="6"/>
          </p:cNvCxnSpPr>
          <p:nvPr/>
        </p:nvCxnSpPr>
        <p:spPr>
          <a:xfrm flipH="1">
            <a:off x="7568340" y="4392718"/>
            <a:ext cx="1271587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D33BD8B8-B92C-A6B0-7D05-20EE24E3D0A7}"/>
              </a:ext>
            </a:extLst>
          </p:cNvPr>
          <p:cNvSpPr/>
          <p:nvPr/>
        </p:nvSpPr>
        <p:spPr>
          <a:xfrm>
            <a:off x="10946064" y="4056694"/>
            <a:ext cx="274320" cy="27432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8B9E213-F295-832D-4AF8-1048409582FF}"/>
              </a:ext>
            </a:extLst>
          </p:cNvPr>
          <p:cNvSpPr/>
          <p:nvPr/>
        </p:nvSpPr>
        <p:spPr>
          <a:xfrm>
            <a:off x="10175492" y="3429000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9D5D69C-2542-6AC6-6CE2-6B1AC8E01A0B}"/>
              </a:ext>
            </a:extLst>
          </p:cNvPr>
          <p:cNvSpPr/>
          <p:nvPr/>
        </p:nvSpPr>
        <p:spPr>
          <a:xfrm>
            <a:off x="10175492" y="4862037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1190B3B-4DCA-696B-1E65-C9C08F5380F1}"/>
              </a:ext>
            </a:extLst>
          </p:cNvPr>
          <p:cNvSpPr/>
          <p:nvPr/>
        </p:nvSpPr>
        <p:spPr>
          <a:xfrm>
            <a:off x="9398252" y="3782374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E878F1EF-F20F-1111-ABDB-2A55B03AB7B2}"/>
              </a:ext>
            </a:extLst>
          </p:cNvPr>
          <p:cNvSpPr/>
          <p:nvPr/>
        </p:nvSpPr>
        <p:spPr>
          <a:xfrm>
            <a:off x="9400157" y="4724877"/>
            <a:ext cx="274320" cy="2743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12B36EB-9354-D616-CC2C-A4A96F5D9D5C}"/>
              </a:ext>
            </a:extLst>
          </p:cNvPr>
          <p:cNvCxnSpPr>
            <a:cxnSpLocks/>
            <a:stCxn id="121" idx="4"/>
            <a:endCxn id="122" idx="0"/>
          </p:cNvCxnSpPr>
          <p:nvPr/>
        </p:nvCxnSpPr>
        <p:spPr>
          <a:xfrm>
            <a:off x="9535412" y="4056694"/>
            <a:ext cx="1905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B0C5A6B-96C2-6AE0-2BCC-ECFA58F58CC9}"/>
              </a:ext>
            </a:extLst>
          </p:cNvPr>
          <p:cNvCxnSpPr>
            <a:cxnSpLocks/>
            <a:stCxn id="121" idx="5"/>
            <a:endCxn id="120" idx="1"/>
          </p:cNvCxnSpPr>
          <p:nvPr/>
        </p:nvCxnSpPr>
        <p:spPr>
          <a:xfrm>
            <a:off x="9632399" y="4016521"/>
            <a:ext cx="583266" cy="885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80C3C93-A05F-6C42-43CC-64941AED3077}"/>
              </a:ext>
            </a:extLst>
          </p:cNvPr>
          <p:cNvCxnSpPr>
            <a:cxnSpLocks/>
            <a:stCxn id="121" idx="6"/>
            <a:endCxn id="119" idx="2"/>
          </p:cNvCxnSpPr>
          <p:nvPr/>
        </p:nvCxnSpPr>
        <p:spPr>
          <a:xfrm flipV="1">
            <a:off x="9672572" y="3566160"/>
            <a:ext cx="502920" cy="353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0DC5B4A-5025-5624-9826-17ADBA031CD2}"/>
              </a:ext>
            </a:extLst>
          </p:cNvPr>
          <p:cNvCxnSpPr>
            <a:cxnSpLocks/>
            <a:stCxn id="121" idx="6"/>
            <a:endCxn id="118" idx="2"/>
          </p:cNvCxnSpPr>
          <p:nvPr/>
        </p:nvCxnSpPr>
        <p:spPr>
          <a:xfrm>
            <a:off x="9672572" y="3919534"/>
            <a:ext cx="1273492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4C43E95-3001-7154-510E-BD0D99749D04}"/>
              </a:ext>
            </a:extLst>
          </p:cNvPr>
          <p:cNvCxnSpPr>
            <a:cxnSpLocks/>
            <a:stCxn id="119" idx="5"/>
            <a:endCxn id="118" idx="1"/>
          </p:cNvCxnSpPr>
          <p:nvPr/>
        </p:nvCxnSpPr>
        <p:spPr>
          <a:xfrm>
            <a:off x="10409639" y="3663147"/>
            <a:ext cx="576598" cy="433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AA54F06-291E-1D5B-4D5C-09839BC065E4}"/>
              </a:ext>
            </a:extLst>
          </p:cNvPr>
          <p:cNvCxnSpPr>
            <a:cxnSpLocks/>
            <a:stCxn id="119" idx="4"/>
            <a:endCxn id="120" idx="0"/>
          </p:cNvCxnSpPr>
          <p:nvPr/>
        </p:nvCxnSpPr>
        <p:spPr>
          <a:xfrm>
            <a:off x="10312652" y="3703320"/>
            <a:ext cx="0" cy="1158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19C632E-DC4E-7734-8005-4E34171EFCF1}"/>
              </a:ext>
            </a:extLst>
          </p:cNvPr>
          <p:cNvCxnSpPr>
            <a:cxnSpLocks/>
            <a:stCxn id="119" idx="3"/>
            <a:endCxn id="122" idx="7"/>
          </p:cNvCxnSpPr>
          <p:nvPr/>
        </p:nvCxnSpPr>
        <p:spPr>
          <a:xfrm flipH="1">
            <a:off x="9634304" y="3663147"/>
            <a:ext cx="581361" cy="1101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C691DC5-E64B-9C6B-4DFF-77A8A81DA53E}"/>
              </a:ext>
            </a:extLst>
          </p:cNvPr>
          <p:cNvCxnSpPr>
            <a:cxnSpLocks/>
            <a:stCxn id="120" idx="2"/>
            <a:endCxn id="122" idx="6"/>
          </p:cNvCxnSpPr>
          <p:nvPr/>
        </p:nvCxnSpPr>
        <p:spPr>
          <a:xfrm flipH="1" flipV="1">
            <a:off x="9674477" y="4862037"/>
            <a:ext cx="501015" cy="13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8A20D3C-F421-8CE4-5E12-E86ED7C544EC}"/>
              </a:ext>
            </a:extLst>
          </p:cNvPr>
          <p:cNvCxnSpPr>
            <a:cxnSpLocks/>
            <a:stCxn id="118" idx="3"/>
            <a:endCxn id="120" idx="7"/>
          </p:cNvCxnSpPr>
          <p:nvPr/>
        </p:nvCxnSpPr>
        <p:spPr>
          <a:xfrm flipH="1">
            <a:off x="10409639" y="4290841"/>
            <a:ext cx="576598" cy="611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1BD4E44-1081-1F78-309C-E6C3CA5A8747}"/>
              </a:ext>
            </a:extLst>
          </p:cNvPr>
          <p:cNvCxnSpPr>
            <a:cxnSpLocks/>
            <a:stCxn id="118" idx="2"/>
            <a:endCxn id="122" idx="6"/>
          </p:cNvCxnSpPr>
          <p:nvPr/>
        </p:nvCxnSpPr>
        <p:spPr>
          <a:xfrm flipH="1">
            <a:off x="9674477" y="4193854"/>
            <a:ext cx="1271587" cy="668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65C040E-7608-5E5B-6417-AB42CD0E1835}"/>
              </a:ext>
            </a:extLst>
          </p:cNvPr>
          <p:cNvCxnSpPr>
            <a:cxnSpLocks/>
            <a:stCxn id="55" idx="6"/>
            <a:endCxn id="76" idx="2"/>
          </p:cNvCxnSpPr>
          <p:nvPr/>
        </p:nvCxnSpPr>
        <p:spPr>
          <a:xfrm>
            <a:off x="5913460" y="3780718"/>
            <a:ext cx="1378655" cy="337680"/>
          </a:xfrm>
          <a:prstGeom prst="straightConnector1">
            <a:avLst/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8F4CD49-05D5-5E24-1633-1DE4C16AD400}"/>
              </a:ext>
            </a:extLst>
          </p:cNvPr>
          <p:cNvCxnSpPr>
            <a:cxnSpLocks/>
            <a:stCxn id="76" idx="6"/>
            <a:endCxn id="118" idx="2"/>
          </p:cNvCxnSpPr>
          <p:nvPr/>
        </p:nvCxnSpPr>
        <p:spPr>
          <a:xfrm>
            <a:off x="7566435" y="4118398"/>
            <a:ext cx="3379629" cy="75456"/>
          </a:xfrm>
          <a:prstGeom prst="straightConnector1">
            <a:avLst/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34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202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Machine Learning Approaches</vt:lpstr>
      <vt:lpstr>Machine Learning Approaches </vt:lpstr>
      <vt:lpstr>Machine Learning Approaches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Mohsen Nayebi Kerdabadi</dc:creator>
  <cp:lastModifiedBy>Mohsen Nayebi Kerdabadi</cp:lastModifiedBy>
  <cp:revision>4</cp:revision>
  <dcterms:created xsi:type="dcterms:W3CDTF">2025-09-22T18:49:26Z</dcterms:created>
  <dcterms:modified xsi:type="dcterms:W3CDTF">2025-11-05T16:08:36Z</dcterms:modified>
</cp:coreProperties>
</file>